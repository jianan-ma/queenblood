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160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8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41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20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0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09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96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4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9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26A65-3994-4333-8A5F-1B99B51B5CE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A5538-73BC-4941-BA96-4B09FC180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78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3900" y="15875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女王之血开发计划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22300" y="671691"/>
            <a:ext cx="9093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回顾游戏规则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设计软件架构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设计各个基础类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3.1</a:t>
            </a:r>
            <a:r>
              <a:rPr lang="zh-CN" altLang="en-US" dirty="0" smtClean="0"/>
              <a:t>设计卡牌类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3.2</a:t>
            </a:r>
            <a:r>
              <a:rPr lang="zh-CN" altLang="en-US" dirty="0" smtClean="0"/>
              <a:t>设计棋盘单元格类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3.3</a:t>
            </a:r>
            <a:r>
              <a:rPr lang="zh-CN" altLang="en-US" dirty="0" smtClean="0"/>
              <a:t>设计棋盘单元格视图（简易）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3.3</a:t>
            </a:r>
            <a:r>
              <a:rPr lang="zh-CN" altLang="en-US" dirty="0" smtClean="0"/>
              <a:t>设计棋盘类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设计规则管理器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完成简单测试版本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无特殊技能、单端轮流回合、无复杂交互与动画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完善卡牌特殊技能处理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7.</a:t>
            </a:r>
            <a:r>
              <a:rPr lang="zh-CN" altLang="en-US" dirty="0" smtClean="0"/>
              <a:t>改为</a:t>
            </a:r>
            <a:r>
              <a:rPr lang="en-US" altLang="zh-CN" dirty="0" smtClean="0"/>
              <a:t>C/S</a:t>
            </a:r>
            <a:r>
              <a:rPr lang="zh-CN" altLang="en-US" dirty="0" smtClean="0"/>
              <a:t>架构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8.</a:t>
            </a:r>
            <a:r>
              <a:rPr lang="zh-CN" altLang="en-US" dirty="0" smtClean="0"/>
              <a:t>开放自定义卡牌模板，允许通过</a:t>
            </a:r>
            <a:r>
              <a:rPr lang="en-US" altLang="zh-CN" dirty="0" smtClean="0"/>
              <a:t>json</a:t>
            </a:r>
            <a:r>
              <a:rPr lang="zh-CN" altLang="en-US" dirty="0" smtClean="0"/>
              <a:t>创造卡牌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9.</a:t>
            </a:r>
            <a:r>
              <a:rPr lang="zh-CN" altLang="en-US" dirty="0" smtClean="0"/>
              <a:t>实现联机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67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687" y="1096962"/>
            <a:ext cx="3286125" cy="4295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45100" y="349250"/>
            <a:ext cx="509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整体架构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349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02200" y="3302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单元格</a:t>
            </a:r>
            <a:r>
              <a:rPr lang="zh-CN" altLang="en-US" dirty="0" smtClean="0"/>
              <a:t>类 </a:t>
            </a:r>
            <a:r>
              <a:rPr lang="en-US" altLang="zh-CN" dirty="0" smtClean="0"/>
              <a:t>CellUnit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812800"/>
            <a:ext cx="10223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阵地阵营：无、红、蓝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阵地等级  </a:t>
            </a:r>
            <a:r>
              <a:rPr lang="en-US" altLang="zh-CN" dirty="0" smtClean="0"/>
              <a:t>int</a:t>
            </a:r>
          </a:p>
          <a:p>
            <a:endParaRPr lang="en-US" altLang="zh-CN" dirty="0"/>
          </a:p>
          <a:p>
            <a:r>
              <a:rPr lang="zh-CN" altLang="en-US" dirty="0" smtClean="0"/>
              <a:t>卡牌 </a:t>
            </a:r>
            <a:r>
              <a:rPr lang="en-US" altLang="zh-CN" dirty="0" smtClean="0"/>
              <a:t>Card*</a:t>
            </a:r>
          </a:p>
          <a:p>
            <a:endParaRPr lang="en-US" altLang="zh-CN" dirty="0"/>
          </a:p>
          <a:p>
            <a:r>
              <a:rPr lang="zh-CN" altLang="en-US" dirty="0" smtClean="0"/>
              <a:t>卡牌阵营：无、红、蓝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得分（威力） </a:t>
            </a:r>
            <a:r>
              <a:rPr lang="en-US" altLang="zh-CN" dirty="0" smtClean="0"/>
              <a:t>int</a:t>
            </a:r>
          </a:p>
          <a:p>
            <a:endParaRPr lang="en-US" altLang="zh-CN" dirty="0"/>
          </a:p>
          <a:p>
            <a:r>
              <a:rPr lang="zh-CN" altLang="en-US" dirty="0" smtClean="0"/>
              <a:t>坐标：</a:t>
            </a:r>
            <a:r>
              <a:rPr lang="en-US" altLang="zh-CN" dirty="0" smtClean="0"/>
              <a:t>row  int</a:t>
            </a:r>
            <a:r>
              <a:rPr lang="zh-CN" altLang="en-US" dirty="0" smtClean="0"/>
              <a:t>；</a:t>
            </a:r>
            <a:r>
              <a:rPr lang="en-US" altLang="zh-CN" dirty="0" smtClean="0"/>
              <a:t>col  int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304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46655" y="339366"/>
            <a:ext cx="588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棋盘类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7328" y="1019782"/>
            <a:ext cx="106899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单元格 </a:t>
            </a:r>
            <a:r>
              <a:rPr lang="en-US" altLang="zh-CN" dirty="0" smtClean="0"/>
              <a:t>QVector&lt;Cellunit*&gt;</a:t>
            </a:r>
          </a:p>
          <a:p>
            <a:endParaRPr lang="en-US" altLang="zh-CN" dirty="0"/>
          </a:p>
          <a:p>
            <a:r>
              <a:rPr lang="zh-CN" altLang="en-US" dirty="0"/>
              <a:t>规</a:t>
            </a:r>
            <a:r>
              <a:rPr lang="zh-CN" altLang="en-US" dirty="0" smtClean="0"/>
              <a:t>则控制器 </a:t>
            </a:r>
            <a:r>
              <a:rPr lang="en-US" altLang="zh-CN" dirty="0" smtClean="0"/>
              <a:t>GameController*</a:t>
            </a:r>
          </a:p>
          <a:p>
            <a:endParaRPr lang="en-US" altLang="zh-CN" dirty="0"/>
          </a:p>
          <a:p>
            <a:r>
              <a:rPr lang="zh-CN" altLang="en-US" dirty="0" smtClean="0"/>
              <a:t>得分 </a:t>
            </a:r>
            <a:r>
              <a:rPr lang="en-US" altLang="zh-CN" dirty="0" smtClean="0"/>
              <a:t>r1,r2,r3  int;  b1,b2,b3  int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538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542961" y="348792"/>
            <a:ext cx="446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卡</a:t>
            </a:r>
            <a:r>
              <a:rPr lang="zh-CN" altLang="en-US" dirty="0" smtClean="0"/>
              <a:t>牌类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5035" y="791852"/>
            <a:ext cx="102657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名称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类型：普通、覆盖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图片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威力  </a:t>
            </a:r>
            <a:r>
              <a:rPr lang="en-US" altLang="zh-CN" dirty="0" smtClean="0"/>
              <a:t>int</a:t>
            </a:r>
          </a:p>
          <a:p>
            <a:endParaRPr lang="en-US" altLang="zh-CN" dirty="0"/>
          </a:p>
          <a:p>
            <a:r>
              <a:rPr lang="zh-CN" altLang="en-US" dirty="0" smtClean="0"/>
              <a:t>费用  </a:t>
            </a:r>
            <a:r>
              <a:rPr lang="en-US" altLang="zh-CN" dirty="0" smtClean="0"/>
              <a:t>int</a:t>
            </a:r>
          </a:p>
          <a:p>
            <a:endParaRPr lang="en-US" altLang="zh-CN" dirty="0"/>
          </a:p>
          <a:p>
            <a:r>
              <a:rPr lang="zh-CN" altLang="en-US" dirty="0" smtClean="0"/>
              <a:t>阵地强化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威力强化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威力作用方：敌方、我方、双方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技能发动时机：配置、在场、销毁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920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62500" y="222250"/>
            <a:ext cx="455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软</a:t>
            </a:r>
            <a:r>
              <a:rPr lang="zh-CN" altLang="en-US" dirty="0" smtClean="0"/>
              <a:t>件层次结构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8550" y="939800"/>
            <a:ext cx="10674350" cy="5562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57600" y="1009650"/>
            <a:ext cx="51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MainWindow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397000" y="1378982"/>
            <a:ext cx="10236200" cy="5021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57600" y="1371600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BattleField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555750" y="1740932"/>
            <a:ext cx="10001250" cy="359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638550" y="1769428"/>
            <a:ext cx="294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GridLayout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771650" y="2180114"/>
            <a:ext cx="901700" cy="3045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800225" y="2305050"/>
            <a:ext cx="84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Score</a:t>
            </a:r>
          </a:p>
          <a:p>
            <a:r>
              <a:rPr lang="en-US" altLang="zh-CN" dirty="0"/>
              <a:t>Labels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525125" y="2180114"/>
            <a:ext cx="901700" cy="3045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582275" y="2305050"/>
            <a:ext cx="84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Score</a:t>
            </a:r>
          </a:p>
          <a:p>
            <a:r>
              <a:rPr lang="en-US" altLang="zh-CN" dirty="0"/>
              <a:t>Labels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895600" y="2180114"/>
            <a:ext cx="850900" cy="12488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832100" y="2393276"/>
            <a:ext cx="107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CellUnit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555750" y="5416550"/>
            <a:ext cx="10001250" cy="850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384550" y="5574268"/>
            <a:ext cx="414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HandCardPanel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886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38" y="0"/>
            <a:ext cx="3417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9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05300" y="1524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手牌区设计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635000"/>
            <a:ext cx="10204450" cy="133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1450" y="660400"/>
            <a:ext cx="384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CardHandPanel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2850" y="984250"/>
            <a:ext cx="831850" cy="933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2050" y="112978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CardWidget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1628775" y="1638300"/>
            <a:ext cx="0" cy="520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282700" y="21590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Card*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01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06850" y="209550"/>
            <a:ext cx="544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阵营等级变化预览功能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25" y="578882"/>
            <a:ext cx="27432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8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0" y="139700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威力增益效果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5800" y="622300"/>
            <a:ext cx="683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QHash&lt;Offset,int&gt; reinScore;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587" y="1250950"/>
            <a:ext cx="20669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5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56150" y="222250"/>
            <a:ext cx="4438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召唤技能实现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1850" y="641350"/>
            <a:ext cx="262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SKILL_TIMING</a:t>
            </a:r>
          </a:p>
          <a:p>
            <a:r>
              <a:rPr lang="en-US" altLang="zh-CN" b="1" dirty="0" smtClean="0"/>
              <a:t>QVector&lt;Card*&gt;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1125537"/>
            <a:ext cx="4476750" cy="498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73600" y="285750"/>
            <a:ext cx="513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“</a:t>
            </a:r>
            <a:r>
              <a:rPr lang="zh-CN" altLang="en-US" dirty="0" smtClean="0"/>
              <a:t>配置中</a:t>
            </a:r>
            <a:r>
              <a:rPr lang="en-US" altLang="zh-CN" dirty="0" smtClean="0"/>
              <a:t>”</a:t>
            </a:r>
            <a:r>
              <a:rPr lang="zh-CN" altLang="en-US" dirty="0" smtClean="0"/>
              <a:t>技能实现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50900" y="787400"/>
            <a:ext cx="1011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“配置中”类型技能：在配置时发动，发动卡在场时效果持续生效，不因增益卡的销毁而消失，增益的对象是单元格而非指定卡片。发动卡销毁时失效。</a:t>
            </a:r>
            <a:endParaRPr lang="en-US" altLang="zh-CN" dirty="0" smtClean="0"/>
          </a:p>
          <a:p>
            <a:r>
              <a:rPr lang="zh-CN" altLang="en-US" dirty="0" smtClean="0"/>
              <a:t>与“配置时”类型技能区别：“配置时”仅配置时即时生效一次，针对指定位置的卡片，被增益卡片消失，相同位置放置其他卡片时不会受增益影响。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25" y="2049462"/>
            <a:ext cx="3914775" cy="3914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50" y="2176462"/>
            <a:ext cx="56388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08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8350" y="152400"/>
            <a:ext cx="53119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放置时，指定格指定方增益</a:t>
            </a:r>
            <a:endParaRPr lang="en-US" altLang="zh-CN" dirty="0" smtClean="0"/>
          </a:p>
          <a:p>
            <a:r>
              <a:rPr lang="zh-CN" altLang="en-US" dirty="0"/>
              <a:t>销毁</a:t>
            </a:r>
            <a:r>
              <a:rPr lang="zh-CN" altLang="en-US" dirty="0" smtClean="0"/>
              <a:t>时，指定格指定方增益</a:t>
            </a:r>
            <a:endParaRPr lang="en-US" altLang="zh-CN" dirty="0" smtClean="0"/>
          </a:p>
          <a:p>
            <a:r>
              <a:rPr lang="zh-CN" altLang="en-US" dirty="0"/>
              <a:t>放</a:t>
            </a:r>
            <a:r>
              <a:rPr lang="zh-CN" altLang="en-US" dirty="0" smtClean="0"/>
              <a:t>置时，召唤</a:t>
            </a:r>
            <a:endParaRPr lang="en-US" altLang="zh-CN" dirty="0" smtClean="0"/>
          </a:p>
          <a:p>
            <a:r>
              <a:rPr lang="zh-CN" altLang="en-US" dirty="0"/>
              <a:t>销毁</a:t>
            </a:r>
            <a:r>
              <a:rPr lang="zh-CN" altLang="en-US" dirty="0" smtClean="0"/>
              <a:t>时，召唤</a:t>
            </a:r>
            <a:endParaRPr lang="en-US" altLang="zh-CN" dirty="0" smtClean="0"/>
          </a:p>
          <a:p>
            <a:r>
              <a:rPr lang="zh-CN" altLang="en-US" dirty="0"/>
              <a:t>在</a:t>
            </a:r>
            <a:r>
              <a:rPr lang="zh-CN" altLang="en-US" dirty="0" smtClean="0"/>
              <a:t>场时，指定格指定方增益</a:t>
            </a:r>
            <a:endParaRPr lang="en-US" altLang="zh-CN" dirty="0" smtClean="0"/>
          </a:p>
          <a:p>
            <a:r>
              <a:rPr lang="zh-CN" altLang="en-US" dirty="0" smtClean="0"/>
              <a:t>在场时，根据被增益指定方卡牌数量，强化自身</a:t>
            </a:r>
            <a:endParaRPr lang="en-US" altLang="zh-CN" dirty="0" smtClean="0"/>
          </a:p>
          <a:p>
            <a:r>
              <a:rPr lang="zh-CN" altLang="en-US" dirty="0" smtClean="0"/>
              <a:t>放置时（判断放置方），强化自身</a:t>
            </a:r>
            <a:endParaRPr lang="en-US" altLang="zh-CN" dirty="0" smtClean="0"/>
          </a:p>
          <a:p>
            <a:r>
              <a:rPr lang="zh-CN" altLang="en-US" dirty="0"/>
              <a:t>放</a:t>
            </a:r>
            <a:r>
              <a:rPr lang="zh-CN" altLang="en-US" dirty="0" smtClean="0"/>
              <a:t>置时，指定格指定方销毁</a:t>
            </a:r>
            <a:endParaRPr lang="en-US" altLang="zh-CN" dirty="0" smtClean="0"/>
          </a:p>
          <a:p>
            <a:r>
              <a:rPr lang="zh-CN" altLang="en-US" dirty="0" smtClean="0"/>
              <a:t>（自身）首次增益时，指定格指定方增益</a:t>
            </a:r>
            <a:endParaRPr lang="en-US" altLang="zh-CN" dirty="0" smtClean="0"/>
          </a:p>
          <a:p>
            <a:r>
              <a:rPr lang="zh-CN" altLang="en-US" dirty="0" smtClean="0"/>
              <a:t>（自身）首次威力达到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，指定格指定方增益</a:t>
            </a:r>
            <a:endParaRPr lang="en-US" altLang="zh-CN" dirty="0" smtClean="0"/>
          </a:p>
          <a:p>
            <a:r>
              <a:rPr lang="zh-CN" altLang="en-US" dirty="0"/>
              <a:t>指定</a:t>
            </a:r>
            <a:r>
              <a:rPr lang="zh-CN" altLang="en-US" dirty="0" smtClean="0"/>
              <a:t>方销毁时，自身增益</a:t>
            </a:r>
            <a:endParaRPr lang="en-US" altLang="zh-CN" dirty="0" smtClean="0"/>
          </a:p>
          <a:p>
            <a:r>
              <a:rPr lang="zh-CN" altLang="en-US" dirty="0" smtClean="0"/>
              <a:t>放置时，指定格阵营等级强化</a:t>
            </a:r>
            <a:endParaRPr lang="en-US" altLang="zh-CN" dirty="0" smtClean="0"/>
          </a:p>
          <a:p>
            <a:r>
              <a:rPr lang="zh-CN" altLang="en-US" dirty="0" smtClean="0"/>
              <a:t>放置时，指定格生成卡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覆盖，指定格指定方增益被覆盖卡威力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所在行赢时，总分加成</a:t>
            </a:r>
            <a:endParaRPr lang="en-US" altLang="zh-CN" dirty="0"/>
          </a:p>
          <a:p>
            <a:r>
              <a:rPr lang="zh-CN" altLang="en-US" dirty="0" smtClean="0"/>
              <a:t>在场时，结束时胜方获得败方行积分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080289" y="152400"/>
            <a:ext cx="508936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技能发动时机：</a:t>
            </a:r>
            <a:endParaRPr lang="en-US" altLang="zh-CN" dirty="0" smtClean="0"/>
          </a:p>
          <a:p>
            <a:r>
              <a:rPr lang="zh-CN" altLang="en-US" dirty="0"/>
              <a:t>放</a:t>
            </a:r>
            <a:r>
              <a:rPr lang="zh-CN" altLang="en-US" dirty="0" smtClean="0"/>
              <a:t>置时（覆盖）</a:t>
            </a:r>
            <a:endParaRPr lang="en-US" altLang="zh-CN" dirty="0" smtClean="0"/>
          </a:p>
          <a:p>
            <a:r>
              <a:rPr lang="zh-CN" altLang="en-US" dirty="0"/>
              <a:t>在</a:t>
            </a:r>
            <a:r>
              <a:rPr lang="zh-CN" altLang="en-US" dirty="0" smtClean="0"/>
              <a:t>场时</a:t>
            </a:r>
            <a:endParaRPr lang="en-US" altLang="zh-CN" dirty="0" smtClean="0"/>
          </a:p>
          <a:p>
            <a:r>
              <a:rPr lang="zh-CN" altLang="en-US" dirty="0"/>
              <a:t>销</a:t>
            </a:r>
            <a:r>
              <a:rPr lang="zh-CN" altLang="en-US" dirty="0" smtClean="0"/>
              <a:t>毁时</a:t>
            </a:r>
            <a:endParaRPr lang="en-US" altLang="zh-CN" dirty="0" smtClean="0"/>
          </a:p>
          <a:p>
            <a:r>
              <a:rPr lang="zh-CN" altLang="en-US" dirty="0"/>
              <a:t>首</a:t>
            </a:r>
            <a:r>
              <a:rPr lang="zh-CN" altLang="en-US" dirty="0" smtClean="0"/>
              <a:t>次增益</a:t>
            </a:r>
            <a:endParaRPr lang="en-US" altLang="zh-CN" dirty="0" smtClean="0"/>
          </a:p>
          <a:p>
            <a:r>
              <a:rPr lang="zh-CN" altLang="en-US" dirty="0"/>
              <a:t>首</a:t>
            </a:r>
            <a:r>
              <a:rPr lang="zh-CN" altLang="en-US" dirty="0" smtClean="0"/>
              <a:t>次达到</a:t>
            </a:r>
            <a:endParaRPr lang="en-US" altLang="zh-CN" dirty="0" smtClean="0"/>
          </a:p>
          <a:p>
            <a:r>
              <a:rPr lang="zh-CN" altLang="en-US" dirty="0" smtClean="0"/>
              <a:t>游戏结束时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需要重新判定技能效果：</a:t>
            </a:r>
            <a:endParaRPr lang="en-US" altLang="zh-CN" dirty="0" smtClean="0"/>
          </a:p>
          <a:p>
            <a:r>
              <a:rPr lang="zh-CN" altLang="en-US" dirty="0" smtClean="0"/>
              <a:t>无（指定格指定方增益、召唤、销毁、放置时判断并强化）</a:t>
            </a:r>
            <a:endParaRPr lang="en-US" altLang="zh-CN" dirty="0" smtClean="0"/>
          </a:p>
          <a:p>
            <a:r>
              <a:rPr lang="zh-CN" altLang="en-US" dirty="0"/>
              <a:t>根</a:t>
            </a:r>
            <a:r>
              <a:rPr lang="zh-CN" altLang="en-US" dirty="0" smtClean="0"/>
              <a:t>据被增益指定方卡牌数量，强化自</a:t>
            </a:r>
            <a:r>
              <a:rPr lang="zh-CN" altLang="en-US" dirty="0" smtClean="0"/>
              <a:t>身</a:t>
            </a:r>
            <a:endParaRPr lang="en-US" altLang="zh-CN" dirty="0" smtClean="0"/>
          </a:p>
          <a:p>
            <a:r>
              <a:rPr lang="zh-CN" altLang="en-US" dirty="0"/>
              <a:t>销</a:t>
            </a:r>
            <a:r>
              <a:rPr lang="zh-CN" altLang="en-US" dirty="0" smtClean="0"/>
              <a:t>毁时，检查在场时效果，重新计算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阵</a:t>
            </a:r>
            <a:r>
              <a:rPr lang="zh-CN" altLang="en-US" dirty="0" smtClean="0"/>
              <a:t>营等级强化本身需要每回合、放置、销毁后重新判定，不在此考虑之内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69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833</Words>
  <Application>Microsoft Office PowerPoint</Application>
  <PresentationFormat>宽屏</PresentationFormat>
  <Paragraphs>117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微软用户</cp:lastModifiedBy>
  <cp:revision>24</cp:revision>
  <dcterms:created xsi:type="dcterms:W3CDTF">2026-07-16T11:38:00Z</dcterms:created>
  <dcterms:modified xsi:type="dcterms:W3CDTF">2026-07-22T23:12:16Z</dcterms:modified>
</cp:coreProperties>
</file>